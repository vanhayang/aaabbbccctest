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50292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AI客诉系统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2C39A"/>
                </a:solidFill>
              </a:defRPr>
            </a:pPr>
            <a:r>
              <a:t>全栈交付项目 · 晋升考核答辩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C8C8C8"/>
                </a:solidFill>
              </a:defRPr>
            </a:pPr>
            <a:r>
              <a:t>2026-03-23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一、需求背景与问题定义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二、AI方案设计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0116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三、系统架构与技术实现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0116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0574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四、核心功能演示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265176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697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五、AI工具使用经验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65176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6974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C3E50"/>
                </a:solidFill>
              </a:defRPr>
            </a:pPr>
            <a:r>
              <a:t>六、效果与总结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需求背景：传统客诉处理的痛点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人工客服成本高（每小时¥50-100，24小时轮班）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响应速度慢（平均等待时间15-30分钟）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情绪管理难（客服压力大，情绪化回复）</a:t>
            </a:r>
          </a:p>
          <a:p>
            <a:pPr>
              <a:spcAft>
                <a:spcPts val="1000"/>
              </a:spcAft>
              <a:defRPr sz="1800">
                <a:solidFill>
                  <a:srgbClr val="2C3E50"/>
                </a:solidFill>
              </a:defRPr>
            </a:pPr>
            <a:r>
              <a:t>❌ 重复性问题多（70%的咨询为常见问题）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274320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2C39A"/>
                </a:solidFill>
              </a:defRPr>
            </a:pPr>
            <a:r>
              <a:t>5000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条/月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926080"/>
            <a:ext cx="274320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108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2C39A"/>
                </a:solidFill>
              </a:defRPr>
            </a:pPr>
            <a:r>
              <a:t>¥30,000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月成本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926080"/>
            <a:ext cx="274320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1089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2C39A"/>
                </a:solidFill>
              </a:defRPr>
            </a:pPr>
            <a:r>
              <a:t>65%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满意度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7×24小时智能应答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秒级响应（平均&lt;3秒）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情绪识别与分级处理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自动生成工单与报表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AI自动处理率：70%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响应时间提升：99.7%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✅ 客户满意度提升：13%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188720"/>
            <a:ext cx="41148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28016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AI 核心能力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691640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自然语言理解（NLU）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情绪分析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智能路由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知识库自学习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系统架构设计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32004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916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React 18 + TypeScript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Ant Design组件库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WebSocket连接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2004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后端层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Node.js + Express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OpenAI GPT-4 API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Socket.io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188720"/>
            <a:ext cx="320040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0" y="128016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C39A"/>
                </a:solidFill>
              </a:defRPr>
            </a:pPr>
            <a:r>
              <a:t>数据层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169164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PostgreSQL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Redis缓存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向量数据库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能力设计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3657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意图识别示例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客户：「我的订单还没收到，怎么回事？」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AI识别：订单查询 + 情绪焦虑 + 优先级高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188720"/>
            <a:ext cx="56692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280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情绪分析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6916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正面（5星）：感谢、满意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中性（3星）：询问、咨询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负面（1-2星）：投诉、抱怨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紧急（红色）：威胁、法律风险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365760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知识库问答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03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基于向量检索 + 生成式问答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从500+历史客服对话中学习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准确率：85%（可接受）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200400"/>
            <a:ext cx="5669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AI三大核心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🎯 精准识别客户意图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💭 实时分析情绪状态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📚 智能知识库学习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200400"/>
            <a:ext cx="5669280" cy="164592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核心功能：客户端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10058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23444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智能对话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自然语言输入，AI智能回复，支持文字、图片上传，实时显示AI「思考」过程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058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231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情绪安抚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识别到负面情绪时，自动切换安抚话术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66160"/>
            <a:ext cx="10058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118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11880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快速入口</a:t>
            </a:r>
          </a:p>
          <a:p>
            <a:pPr>
              <a:defRPr sz="1400">
                <a:solidFill>
                  <a:srgbClr val="2C3E50"/>
                </a:solidFill>
              </a:defRPr>
            </a:pPr>
            <a:r>
              <a:t>常见问题快捷标签（退款、发货、售后），历史记录查询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核心功能：管理后台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50292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功能模块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实时监控：在线客户数、处理中工单数、AI处理成功率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人工介入：一键转人工，查看完整对话，AI自动学习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数据报表：客诉分类、情绪分析、响应时间KPI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188720"/>
            <a:ext cx="457200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C39A"/>
                </a:solidFill>
              </a:defRPr>
            </a:pPr>
            <a:r>
              <a:t>数据仪表盘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AI处理率：70%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响应提升：99.7%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满意度提升：13%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AI工具使用经验 ⭐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环节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097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使用的AI工具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效果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097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收获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需求分析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5544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ChatGPT-4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5544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3分钟输出完整PRD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5544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学会写结构化Prompt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1920240"/>
            <a:ext cx="100584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0116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代码生成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0116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Cursor/Copilot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0116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自动生成80%CRUD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0116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节省约6小时编码时间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4688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数据库设计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4688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GPT-4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4688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生成ER图和SQL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4688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快速迭代表结构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834640"/>
            <a:ext cx="10058400" cy="457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29260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文档撰写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29260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Claude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9260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生成API文档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9260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提升文档质量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383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调试辅助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383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Copilot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383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分析错误日志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3383280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C3E50"/>
                </a:solidFill>
              </a:defRPr>
            </a:pPr>
            <a:r>
              <a:t>调试时间减少50%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474720"/>
            <a:ext cx="10058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356616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🎯 AI使用的3个经验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9776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1. Prompt要具体（不说「写个接口」，说「写一个用户登录接口，包括参数校验、JWT生成」）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2. 要审核AI生成的代码（安全性、边界检查）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3. AI无法解决时，要快速切换到手动实现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技术难点与解决方案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35661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C39A"/>
                </a:solidFill>
              </a:defRPr>
            </a:pPr>
            <a:r>
              <a:t>上下文记忆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❓ 问题：AI如何记住客户之前的对话？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方案：Redis存储会话状态，每次请求附带历史消息（最近10轮）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5661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2801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7293"/>
                </a:solidFill>
              </a:defRPr>
            </a:pPr>
            <a:r>
              <a:t>情绪识别准确率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691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❓ 问题：AI容易误判语气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971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方案：Fine-tune小模型 + 人工标注数据（标注了200条样本）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188720"/>
            <a:ext cx="3566160" cy="3657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28016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65A82"/>
                </a:solidFill>
              </a:defRPr>
            </a:pPr>
            <a:r>
              <a:t>实时性能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916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❓ 问题：OpenAI API响应慢（3-5秒）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97180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C3E50"/>
                </a:solidFill>
              </a:defRPr>
            </a:pPr>
            <a:r>
              <a:t>✅ 方案：异步请求 + 流式输出（Streaming）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项目成果与数据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53035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2C39A"/>
                </a:solidFill>
              </a:defRPr>
            </a:pPr>
            <a: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AI自动处理率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每100条客诉，70条AI处理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188720"/>
            <a:ext cx="53035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8016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2C39A"/>
                </a:solidFill>
              </a:defRPr>
            </a:pPr>
            <a:r>
              <a:t>99.7%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响应时间提升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488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从15分钟降至3秒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834640"/>
            <a:ext cx="53035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2C39A"/>
                </a:solidFill>
              </a:defRPr>
            </a:pPr>
            <a: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客户满意度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从65%提升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34640"/>
            <a:ext cx="53035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02C39A"/>
                </a:solidFill>
              </a:defRPr>
            </a:pPr>
            <a:r>
              <a:t>¥21,000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4747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t>每月节省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70%咨询不需要人工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54880"/>
            <a:ext cx="10058400" cy="9144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✅ 功能完整性：客户端（对话、历史、快捷入口）| 管理端（监控、转人工、报表）| AI能力（意图识别、情绪分析、知识库问答）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可扩展性与未来计划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53035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2C39A"/>
                </a:solidFill>
              </a:defRPr>
            </a:pPr>
            <a:r>
              <a:t>✅ 已实现的扩展性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模块化设计（AI服务可替换为其他大模型）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支持多租户（可快速复制到其他部门）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API接口标准化（支持接入第三方系统）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303520" cy="3200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7293"/>
                </a:solidFill>
              </a:defRPr>
            </a:pPr>
            <a:r>
              <a:t>🚀 未来优化方向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语音识别（支持电话客诉）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多语言支持（英文、日文）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Fine-tune专属模型（提升领域准确率）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117344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项目反思与不足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53035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CAF50"/>
                </a:solidFill>
              </a:defRPr>
            </a:pPr>
            <a:r>
              <a:t>✅ 做得好的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快速出MVP（7天内完成核心功能）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AI工具使用合理（代码生成80%，决策100%自己）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演示流畅（提前3天演练）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188720"/>
            <a:ext cx="53035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800"/>
                </a:solidFill>
              </a:defRPr>
            </a:pPr>
            <a:r>
              <a:t>⚠️ 可以改进的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测试覆盖率不足（30%→70%）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知识库准确率提升空间（85%→90%）</a:t>
            </a:r>
          </a:p>
          <a:p>
            <a:pPr>
              <a:spcAft>
                <a:spcPts val="800"/>
              </a:spcAft>
              <a:defRPr sz="1400">
                <a:solidFill>
                  <a:srgbClr val="2C3E50"/>
                </a:solidFill>
              </a:defRPr>
            </a:pPr>
            <a:r>
              <a:t>• 性能优化（首屏2秒→&lt;1秒）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10058400" cy="1371600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💡 我的收获：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掌握了全栈开发流程（前端+后端+数据库）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学会了AI工具的正确使用方法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提升了项目管理和时间管理能力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1031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463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2179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20" y="5669280"/>
            <a:ext cx="365760" cy="36576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371600"/>
            <a:ext cx="100584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5A82"/>
                </a:solidFill>
              </a:defRPr>
            </a:pPr>
            <a:r>
              <a:t>一句话总结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「AI客诉系统在7天内完成从需求到交付的核心功能，AI自动处理率达70%，</a:t>
            </a:r>
          </a:p>
          <a:p>
            <a:pPr>
              <a:defRPr sz="1600">
                <a:solidFill>
                  <a:srgbClr val="2C3E50"/>
                </a:solidFill>
              </a:defRPr>
            </a:pPr>
            <a:r>
              <a:t>响应速度提升99.7%，实现了降本增效的目标。」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4114800"/>
            <a:ext cx="121916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谢谢！请老师/评委提问。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